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19931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91"/>
    <p:restoredTop sz="94638"/>
  </p:normalViewPr>
  <p:slideViewPr>
    <p:cSldViewPr snapToGrid="0">
      <p:cViewPr>
        <p:scale>
          <a:sx n="100" d="100"/>
          <a:sy n="100" d="100"/>
        </p:scale>
        <p:origin x="150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Pronanility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</c:v>
                </c:pt>
                <c:pt idx="1">
                  <c:v>0.15</c:v>
                </c:pt>
                <c:pt idx="2">
                  <c:v>0.1</c:v>
                </c:pt>
                <c:pt idx="3">
                  <c:v>0.1</c:v>
                </c:pt>
                <c:pt idx="4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85-9F4B-B992-8FCDDA1BA5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16854544"/>
        <c:axId val="916856256"/>
      </c:barChart>
      <c:catAx>
        <c:axId val="916854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16856256"/>
        <c:crosses val="autoZero"/>
        <c:auto val="1"/>
        <c:lblAlgn val="ctr"/>
        <c:lblOffset val="100"/>
        <c:noMultiLvlLbl val="0"/>
      </c:catAx>
      <c:valAx>
        <c:axId val="916856256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16854544"/>
        <c:crosses val="autoZero"/>
        <c:crossBetween val="between"/>
        <c:minorUnit val="0.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122363"/>
            <a:ext cx="6119416" cy="2387600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3602038"/>
            <a:ext cx="5399485" cy="1655762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143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90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1709740"/>
            <a:ext cx="6209407" cy="2852737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4589465"/>
            <a:ext cx="6209407" cy="150018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81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1825625"/>
            <a:ext cx="3059708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1825625"/>
            <a:ext cx="3059708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65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365126"/>
            <a:ext cx="6209407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1681163"/>
            <a:ext cx="3045646" cy="823912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2505075"/>
            <a:ext cx="3045646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1681163"/>
            <a:ext cx="3060646" cy="823912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2505075"/>
            <a:ext cx="3060646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195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608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3551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57200"/>
            <a:ext cx="2321966" cy="160020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987426"/>
            <a:ext cx="3644652" cy="4873625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057400"/>
            <a:ext cx="2321966" cy="3811588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297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57200"/>
            <a:ext cx="2321966" cy="160020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987426"/>
            <a:ext cx="3644652" cy="4873625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057400"/>
            <a:ext cx="2321966" cy="3811588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02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85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365125"/>
            <a:ext cx="1552352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365125"/>
            <a:ext cx="4567064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713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365126"/>
            <a:ext cx="62094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1825625"/>
            <a:ext cx="620940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6356352"/>
            <a:ext cx="16198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97486E-EFCC-6E4E-8429-F68F2452DBD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6356352"/>
            <a:ext cx="24297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6356352"/>
            <a:ext cx="16198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356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ft Bracket 3">
            <a:extLst>
              <a:ext uri="{FF2B5EF4-FFF2-40B4-BE49-F238E27FC236}">
                <a16:creationId xmlns:a16="http://schemas.microsoft.com/office/drawing/2014/main" id="{32B3ED70-71B8-70EF-4231-30EA5412017C}"/>
              </a:ext>
            </a:extLst>
          </p:cNvPr>
          <p:cNvSpPr/>
          <p:nvPr/>
        </p:nvSpPr>
        <p:spPr>
          <a:xfrm>
            <a:off x="1203633" y="727827"/>
            <a:ext cx="169333" cy="383822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37EEA8B5-0F1E-7C76-04D8-385D735E70AC}"/>
              </a:ext>
            </a:extLst>
          </p:cNvPr>
          <p:cNvSpPr/>
          <p:nvPr/>
        </p:nvSpPr>
        <p:spPr>
          <a:xfrm flipH="1">
            <a:off x="2293013" y="727827"/>
            <a:ext cx="169333" cy="383822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FB84CEC-D406-B87C-B618-4FCB99DE60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3899387"/>
              </p:ext>
            </p:extLst>
          </p:nvPr>
        </p:nvGraphicFramePr>
        <p:xfrm>
          <a:off x="286673" y="3671308"/>
          <a:ext cx="3337362" cy="24134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A7ACF4C-32AD-E5D8-93F4-3AC1B66AA35A}"/>
              </a:ext>
            </a:extLst>
          </p:cNvPr>
          <p:cNvSpPr txBox="1"/>
          <p:nvPr/>
        </p:nvSpPr>
        <p:spPr>
          <a:xfrm>
            <a:off x="1300056" y="727827"/>
            <a:ext cx="1279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57, 342, …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C8DBC1-7515-98E5-C423-54C74E9F13D1}"/>
              </a:ext>
            </a:extLst>
          </p:cNvPr>
          <p:cNvCxnSpPr>
            <a:cxnSpLocks/>
          </p:cNvCxnSpPr>
          <p:nvPr/>
        </p:nvCxnSpPr>
        <p:spPr>
          <a:xfrm>
            <a:off x="3592177" y="5040853"/>
            <a:ext cx="777600" cy="0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3D34743-2562-03EA-1813-245ACD40CFAA}"/>
              </a:ext>
            </a:extLst>
          </p:cNvPr>
          <p:cNvSpPr txBox="1"/>
          <p:nvPr/>
        </p:nvSpPr>
        <p:spPr>
          <a:xfrm>
            <a:off x="911445" y="5900228"/>
            <a:ext cx="2201109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sz="1862" dirty="0"/>
              <a:t># of Excitations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81D6DB-EC57-003F-F226-41B6FDFC0E82}"/>
              </a:ext>
            </a:extLst>
          </p:cNvPr>
          <p:cNvSpPr txBox="1"/>
          <p:nvPr/>
        </p:nvSpPr>
        <p:spPr>
          <a:xfrm rot="16200000">
            <a:off x="-2099108" y="4524625"/>
            <a:ext cx="4574041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sz="1862" dirty="0"/>
              <a:t>Probability</a:t>
            </a:r>
          </a:p>
        </p:txBody>
      </p:sp>
      <p:sp>
        <p:nvSpPr>
          <p:cNvPr id="40" name="Cube 39">
            <a:extLst>
              <a:ext uri="{FF2B5EF4-FFF2-40B4-BE49-F238E27FC236}">
                <a16:creationId xmlns:a16="http://schemas.microsoft.com/office/drawing/2014/main" id="{3B255093-B0F5-E857-E004-99C0CE2BB4EC}"/>
              </a:ext>
            </a:extLst>
          </p:cNvPr>
          <p:cNvSpPr/>
          <p:nvPr/>
        </p:nvSpPr>
        <p:spPr>
          <a:xfrm>
            <a:off x="4692193" y="4376804"/>
            <a:ext cx="1557348" cy="1299410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E99053-D334-1759-1C17-7911BCBA0EB3}"/>
              </a:ext>
            </a:extLst>
          </p:cNvPr>
          <p:cNvCxnSpPr>
            <a:cxnSpLocks/>
          </p:cNvCxnSpPr>
          <p:nvPr/>
        </p:nvCxnSpPr>
        <p:spPr>
          <a:xfrm>
            <a:off x="1752307" y="3825145"/>
            <a:ext cx="0" cy="777600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69FDBC-258B-94E4-4F33-2177467D490E}"/>
              </a:ext>
            </a:extLst>
          </p:cNvPr>
          <p:cNvCxnSpPr>
            <a:cxnSpLocks/>
          </p:cNvCxnSpPr>
          <p:nvPr/>
        </p:nvCxnSpPr>
        <p:spPr>
          <a:xfrm flipV="1">
            <a:off x="5470867" y="3500877"/>
            <a:ext cx="0" cy="777600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CEA7C30-BF6C-110E-DC76-24F3E53F340C}"/>
              </a:ext>
            </a:extLst>
          </p:cNvPr>
          <p:cNvSpPr/>
          <p:nvPr/>
        </p:nvSpPr>
        <p:spPr>
          <a:xfrm>
            <a:off x="1988055" y="1357253"/>
            <a:ext cx="1401648" cy="369332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1. Encode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9CBB3B6-DD96-862C-85D1-E4E01DD2CA08}"/>
              </a:ext>
            </a:extLst>
          </p:cNvPr>
          <p:cNvSpPr/>
          <p:nvPr/>
        </p:nvSpPr>
        <p:spPr>
          <a:xfrm>
            <a:off x="1975064" y="4007114"/>
            <a:ext cx="1401648" cy="369332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Measure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DFD8B9B-8AF2-1950-219F-8B372232FEA3}"/>
              </a:ext>
            </a:extLst>
          </p:cNvPr>
          <p:cNvSpPr/>
          <p:nvPr/>
        </p:nvSpPr>
        <p:spPr>
          <a:xfrm>
            <a:off x="3503277" y="4334186"/>
            <a:ext cx="991190" cy="369332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3. Train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287287A-F32A-6EFD-CFFC-089043FC11B5}"/>
              </a:ext>
            </a:extLst>
          </p:cNvPr>
          <p:cNvSpPr/>
          <p:nvPr/>
        </p:nvSpPr>
        <p:spPr>
          <a:xfrm>
            <a:off x="5690846" y="3829314"/>
            <a:ext cx="1401648" cy="369332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 Predict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684917-33FE-DF3C-3CCB-3DB6CE34C334}"/>
              </a:ext>
            </a:extLst>
          </p:cNvPr>
          <p:cNvSpPr/>
          <p:nvPr/>
        </p:nvSpPr>
        <p:spPr>
          <a:xfrm>
            <a:off x="1174696" y="2093402"/>
            <a:ext cx="1764557" cy="1604225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CA61D9-A800-A6A0-BB25-C09292BE01BF}"/>
              </a:ext>
            </a:extLst>
          </p:cNvPr>
          <p:cNvCxnSpPr>
            <a:cxnSpLocks/>
          </p:cNvCxnSpPr>
          <p:nvPr/>
        </p:nvCxnSpPr>
        <p:spPr>
          <a:xfrm>
            <a:off x="1752307" y="1189144"/>
            <a:ext cx="0" cy="777250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7E1AB3CB-D9BB-C29C-543E-81619BC21C2C}"/>
              </a:ext>
            </a:extLst>
          </p:cNvPr>
          <p:cNvSpPr/>
          <p:nvPr/>
        </p:nvSpPr>
        <p:spPr>
          <a:xfrm>
            <a:off x="2136299" y="2379786"/>
            <a:ext cx="234000" cy="23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537E1AA-E432-4F42-89BC-158C3CA201E7}"/>
              </a:ext>
            </a:extLst>
          </p:cNvPr>
          <p:cNvSpPr/>
          <p:nvPr/>
        </p:nvSpPr>
        <p:spPr>
          <a:xfrm>
            <a:off x="1529599" y="2484173"/>
            <a:ext cx="234000" cy="23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61603FC-F506-138B-C209-8439FC73E221}"/>
              </a:ext>
            </a:extLst>
          </p:cNvPr>
          <p:cNvSpPr/>
          <p:nvPr/>
        </p:nvSpPr>
        <p:spPr>
          <a:xfrm>
            <a:off x="1551873" y="3009816"/>
            <a:ext cx="234000" cy="23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E620E15-E785-7FF0-CAC9-D9D59C600E1A}"/>
              </a:ext>
            </a:extLst>
          </p:cNvPr>
          <p:cNvSpPr/>
          <p:nvPr/>
        </p:nvSpPr>
        <p:spPr>
          <a:xfrm>
            <a:off x="2342434" y="3197205"/>
            <a:ext cx="234000" cy="23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5" name="Picture 94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47198F4C-9656-F5D8-970B-96E3DE51C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9750" y="1097159"/>
            <a:ext cx="2283155" cy="2343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378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1174</TotalTime>
  <Words>22</Words>
  <Application>Microsoft Macintosh PowerPoint</Application>
  <PresentationFormat>Custom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Nelson</dc:creator>
  <cp:lastModifiedBy>James Nelson</cp:lastModifiedBy>
  <cp:revision>11</cp:revision>
  <dcterms:created xsi:type="dcterms:W3CDTF">2025-12-02T13:32:36Z</dcterms:created>
  <dcterms:modified xsi:type="dcterms:W3CDTF">2025-12-04T08:53:46Z</dcterms:modified>
</cp:coreProperties>
</file>