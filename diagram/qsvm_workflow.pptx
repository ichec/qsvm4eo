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8"/>
  </p:normalViewPr>
  <p:slideViewPr>
    <p:cSldViewPr snapToGrid="0">
      <p:cViewPr>
        <p:scale>
          <a:sx n="125" d="100"/>
          <a:sy n="125" d="100"/>
        </p:scale>
        <p:origin x="168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Pronanility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</c:v>
                </c:pt>
                <c:pt idx="1">
                  <c:v>0.2</c:v>
                </c:pt>
                <c:pt idx="2">
                  <c:v>0.4</c:v>
                </c:pt>
                <c:pt idx="3">
                  <c:v>0.2</c:v>
                </c:pt>
                <c:pt idx="4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85-9F4B-B992-8FCDDA1BA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6854544"/>
        <c:axId val="916856256"/>
      </c:barChart>
      <c:catAx>
        <c:axId val="916854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856256"/>
        <c:crosses val="autoZero"/>
        <c:auto val="1"/>
        <c:lblAlgn val="ctr"/>
        <c:lblOffset val="100"/>
        <c:noMultiLvlLbl val="0"/>
      </c:catAx>
      <c:valAx>
        <c:axId val="916856256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6854544"/>
        <c:crosses val="autoZero"/>
        <c:crossBetween val="between"/>
        <c:minorUnit val="0.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8E72A-5EB3-6F5E-FCCE-093BD7D59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80A5B-B31E-2D22-D2AA-29DF74A5E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1661A-0B34-815D-B171-71992FB1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F4454-6993-4F43-AFFC-1DCF5980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46353-C782-1DEA-AE1A-226CAAE9A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0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0C32-9531-6403-F33F-95CC1B52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2CBD7-8E7A-7B77-CA32-F547DBE99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31FBB-1112-0953-8AA3-E1A6AD9A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A3DF9-1969-22F2-8850-80B94FA83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855F7-F18A-0ABB-EEEB-AF03E203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40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BDF20-3D09-4952-01F4-54F9E9B1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C43AA-917E-0085-ED75-9806C08C8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1F61F-80DA-2A4F-402E-87CB069CF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E0F0B-7F85-48A6-21C4-993E317A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3442B-649F-A2FA-C061-24EFE8FD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6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656A3-52F7-747E-A86C-9C16D88E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FA0B-211A-55B9-BF51-8E2C030DA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90B55-7DB8-2A02-1F6F-A9CB1C303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D9C3B-67C8-7567-409A-52D1D767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CCFF1-AC26-6195-0C30-87AB5554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B04FC-70CE-92CD-4ED7-7DB7330A8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07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93121-3D3B-9FC9-8EED-576051B5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BD312-52B0-EA3C-3DDE-5F7C08D13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0AAB7-1CE4-FFC6-3E85-B40AA10337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36978-0A7B-3131-D52C-B5435DFBF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AB17E-3781-9AAF-4FD2-C73671757A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3B143-3A05-E8E3-745F-9B16DC1B4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AE4A4-8006-D2E6-555A-DFF0CE8BB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6877D-20D8-ABD8-01DC-0A6E8491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0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F7B65-8085-D923-43E7-C4D57E97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2B37E-B124-B653-7A10-C86838B39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3D372-1160-6E1F-BEA2-AA5EB80C9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9FB3A-B38B-B4E8-F061-08333F182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95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BBAC75-9BD5-39A4-AC77-30D12BAD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D0A66C-46A7-D41D-AE7F-CE074DA1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20418-CE42-0FD0-EA86-3D768A9F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55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82183-0ACF-A5CE-0AA6-C6BA824A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E26B8-7010-EE60-5464-1CC4779CA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2E915-2A61-4D17-B7CF-C33A59ACA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BD07D-65E0-5167-73B2-7670BFBF1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FDA8B-89B6-587D-A27C-BC1E1622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1F6BD-6838-A96E-6E5C-C4FD1B92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97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2F809-A324-9FF0-0C54-2DEE9BE56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910D3-3EC3-BD81-B0C9-6FDC41FE5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31715-2C37-4A3E-6E75-CEE5E983F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BB88B-5B43-CF4F-1E45-1EB8E8BA8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8FA83-05A6-4466-8B53-8226B132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11435-F316-45A6-0FFA-01F59A35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5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4A21-5CDD-94C3-841D-4BA1B425C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9BFA7-D324-9FBA-8C29-BE3DF208D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FFBEE-632D-706F-4AE3-B7481829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BAF88-6545-91A9-A00A-EF65452E5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B28C0-DA49-1C28-DBD0-E318E43B4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04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5FA49-0ECB-1688-49CF-73654A475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C0506-2068-6EE6-4BFB-8CC5A61CA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1EE0F-CB12-05F6-FAF5-38A0CE13D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B332D-B5FB-ED02-E205-C8ADD000B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FFBB6-72AB-7A2B-A2ED-67A40CAA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92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83AA6C-BA20-25FC-764F-7F09C39D7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0819C-CD87-C431-79A2-3410FC5E1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CF8C4-22AF-DABD-1277-980378175A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7486E-EFCC-6E4E-8429-F68F2452DBD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39753-B2FB-EAB4-4A93-F30D38C84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18783-F3E9-8E37-56DE-506FB49DF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57F92-55A5-674D-BC03-87AD53F86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7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ft Bracket 3">
            <a:extLst>
              <a:ext uri="{FF2B5EF4-FFF2-40B4-BE49-F238E27FC236}">
                <a16:creationId xmlns:a16="http://schemas.microsoft.com/office/drawing/2014/main" id="{32B3ED70-71B8-70EF-4231-30EA5412017C}"/>
              </a:ext>
            </a:extLst>
          </p:cNvPr>
          <p:cNvSpPr/>
          <p:nvPr/>
        </p:nvSpPr>
        <p:spPr>
          <a:xfrm>
            <a:off x="1718777" y="270627"/>
            <a:ext cx="169333" cy="38382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37EEA8B5-0F1E-7C76-04D8-385D735E70AC}"/>
              </a:ext>
            </a:extLst>
          </p:cNvPr>
          <p:cNvSpPr/>
          <p:nvPr/>
        </p:nvSpPr>
        <p:spPr>
          <a:xfrm flipH="1">
            <a:off x="2808156" y="270627"/>
            <a:ext cx="169333" cy="383822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FB84CEC-D406-B87C-B618-4FCB99DE60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931465"/>
              </p:ext>
            </p:extLst>
          </p:nvPr>
        </p:nvGraphicFramePr>
        <p:xfrm>
          <a:off x="801817" y="3391908"/>
          <a:ext cx="3337362" cy="2413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7ACF4C-32AD-E5D8-93F4-3AC1B66AA35A}"/>
              </a:ext>
            </a:extLst>
          </p:cNvPr>
          <p:cNvSpPr txBox="1"/>
          <p:nvPr/>
        </p:nvSpPr>
        <p:spPr>
          <a:xfrm>
            <a:off x="1751730" y="270627"/>
            <a:ext cx="127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57, 342, …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C8DBC1-7515-98E5-C423-54C74E9F13D1}"/>
              </a:ext>
            </a:extLst>
          </p:cNvPr>
          <p:cNvCxnSpPr>
            <a:cxnSpLocks/>
          </p:cNvCxnSpPr>
          <p:nvPr/>
        </p:nvCxnSpPr>
        <p:spPr>
          <a:xfrm>
            <a:off x="4323254" y="4569696"/>
            <a:ext cx="819701" cy="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901419F7-1CBB-13E7-6584-5FF8E64147C1}"/>
              </a:ext>
            </a:extLst>
          </p:cNvPr>
          <p:cNvCxnSpPr>
            <a:cxnSpLocks/>
          </p:cNvCxnSpPr>
          <p:nvPr/>
        </p:nvCxnSpPr>
        <p:spPr>
          <a:xfrm rot="16200000" flipV="1">
            <a:off x="1876566" y="1594989"/>
            <a:ext cx="1398739" cy="829551"/>
          </a:xfrm>
          <a:prstGeom prst="curvedConnector3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E48B30-0FDB-DF99-264D-BBAF1066970B}"/>
              </a:ext>
            </a:extLst>
          </p:cNvPr>
          <p:cNvSpPr txBox="1"/>
          <p:nvPr/>
        </p:nvSpPr>
        <p:spPr>
          <a:xfrm>
            <a:off x="2281912" y="786491"/>
            <a:ext cx="93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Encode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D34743-2562-03EA-1813-245ACD40CFAA}"/>
              </a:ext>
            </a:extLst>
          </p:cNvPr>
          <p:cNvSpPr txBox="1"/>
          <p:nvPr/>
        </p:nvSpPr>
        <p:spPr>
          <a:xfrm>
            <a:off x="1490131" y="5677548"/>
            <a:ext cx="2201109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# of Excitations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81D6DB-EC57-003F-F226-41B6FDFC0E82}"/>
              </a:ext>
            </a:extLst>
          </p:cNvPr>
          <p:cNvSpPr txBox="1"/>
          <p:nvPr/>
        </p:nvSpPr>
        <p:spPr>
          <a:xfrm rot="16200000">
            <a:off x="-1604144" y="4380253"/>
            <a:ext cx="4574041" cy="37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Probability</a:t>
            </a:r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3B255093-B0F5-E857-E004-99C0CE2BB4EC}"/>
              </a:ext>
            </a:extLst>
          </p:cNvPr>
          <p:cNvSpPr/>
          <p:nvPr/>
        </p:nvSpPr>
        <p:spPr>
          <a:xfrm>
            <a:off x="5317325" y="3883213"/>
            <a:ext cx="1557348" cy="1299410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SVM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8C511A-EAAB-4517-4B79-2D8EAB747F72}"/>
              </a:ext>
            </a:extLst>
          </p:cNvPr>
          <p:cNvSpPr txBox="1"/>
          <p:nvPr/>
        </p:nvSpPr>
        <p:spPr>
          <a:xfrm>
            <a:off x="4277090" y="4200364"/>
            <a:ext cx="128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78CE82-F6C0-2E24-15E3-D928E13B9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611" y="398147"/>
            <a:ext cx="2172775" cy="2329743"/>
          </a:xfrm>
          <a:prstGeom prst="rect">
            <a:avLst/>
          </a:prstGeom>
        </p:spPr>
      </p:pic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72384626-8122-81A7-BB3E-1B15E65332A3}"/>
              </a:ext>
            </a:extLst>
          </p:cNvPr>
          <p:cNvCxnSpPr>
            <a:cxnSpLocks/>
          </p:cNvCxnSpPr>
          <p:nvPr/>
        </p:nvCxnSpPr>
        <p:spPr>
          <a:xfrm rot="16200000" flipV="1">
            <a:off x="2033360" y="1533903"/>
            <a:ext cx="1398739" cy="829551"/>
          </a:xfrm>
          <a:prstGeom prst="curvedConnector3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C4D1E8E2-47F5-5560-8F86-6CC423C11693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09140" y="1701472"/>
            <a:ext cx="1398739" cy="829551"/>
          </a:xfrm>
          <a:prstGeom prst="curvedConnector3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D49739B3-0AF5-5E80-4C0B-0BC200A95DA2}"/>
              </a:ext>
            </a:extLst>
          </p:cNvPr>
          <p:cNvCxnSpPr>
            <a:cxnSpLocks/>
          </p:cNvCxnSpPr>
          <p:nvPr/>
        </p:nvCxnSpPr>
        <p:spPr>
          <a:xfrm rot="16200000" flipV="1">
            <a:off x="2166286" y="1485058"/>
            <a:ext cx="1398739" cy="829551"/>
          </a:xfrm>
          <a:prstGeom prst="curvedConnector3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BDD2DCA9-2203-6253-5DE1-81F855AB1681}"/>
              </a:ext>
            </a:extLst>
          </p:cNvPr>
          <p:cNvCxnSpPr>
            <a:cxnSpLocks/>
          </p:cNvCxnSpPr>
          <p:nvPr/>
        </p:nvCxnSpPr>
        <p:spPr>
          <a:xfrm rot="16200000" flipV="1">
            <a:off x="1250451" y="1908700"/>
            <a:ext cx="1398739" cy="829551"/>
          </a:xfrm>
          <a:prstGeom prst="curvedConnector3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583F431-23D9-AF16-CB57-038AE8C5C8FE}"/>
              </a:ext>
            </a:extLst>
          </p:cNvPr>
          <p:cNvCxnSpPr>
            <a:cxnSpLocks/>
          </p:cNvCxnSpPr>
          <p:nvPr/>
        </p:nvCxnSpPr>
        <p:spPr>
          <a:xfrm rot="16200000" flipV="1">
            <a:off x="1407245" y="1847614"/>
            <a:ext cx="1398739" cy="829551"/>
          </a:xfrm>
          <a:prstGeom prst="curvedConnector3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9659CA60-2F3A-6CAF-F764-064FFA79E19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83025" y="2015183"/>
            <a:ext cx="1398739" cy="829551"/>
          </a:xfrm>
          <a:prstGeom prst="curvedConnector3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144114E5-3984-5BBA-6B07-B1E88060736C}"/>
              </a:ext>
            </a:extLst>
          </p:cNvPr>
          <p:cNvCxnSpPr>
            <a:cxnSpLocks/>
          </p:cNvCxnSpPr>
          <p:nvPr/>
        </p:nvCxnSpPr>
        <p:spPr>
          <a:xfrm rot="16200000" flipV="1">
            <a:off x="1540171" y="1798769"/>
            <a:ext cx="1398739" cy="829551"/>
          </a:xfrm>
          <a:prstGeom prst="curvedConnector3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FEC8EE2-3A68-9981-55EA-F8EA213F546D}"/>
              </a:ext>
            </a:extLst>
          </p:cNvPr>
          <p:cNvSpPr/>
          <p:nvPr/>
        </p:nvSpPr>
        <p:spPr>
          <a:xfrm>
            <a:off x="2954498" y="1899833"/>
            <a:ext cx="225778" cy="2257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014BCD5-FF45-BF73-9C81-69BB55A4D661}"/>
              </a:ext>
            </a:extLst>
          </p:cNvPr>
          <p:cNvSpPr/>
          <p:nvPr/>
        </p:nvSpPr>
        <p:spPr>
          <a:xfrm>
            <a:off x="1462858" y="2034758"/>
            <a:ext cx="225778" cy="2257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ADEEE8-F7E9-7A66-9DFA-A96F94494DEF}"/>
              </a:ext>
            </a:extLst>
          </p:cNvPr>
          <p:cNvSpPr/>
          <p:nvPr/>
        </p:nvSpPr>
        <p:spPr>
          <a:xfrm>
            <a:off x="2360325" y="1549335"/>
            <a:ext cx="225778" cy="2257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EA2F34-5545-C852-BD4A-600DF5ED56D9}"/>
              </a:ext>
            </a:extLst>
          </p:cNvPr>
          <p:cNvSpPr/>
          <p:nvPr/>
        </p:nvSpPr>
        <p:spPr>
          <a:xfrm>
            <a:off x="2247436" y="2373425"/>
            <a:ext cx="225778" cy="2257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BCA61D9-A800-A6A0-BB25-C09292BE01BF}"/>
              </a:ext>
            </a:extLst>
          </p:cNvPr>
          <p:cNvCxnSpPr>
            <a:cxnSpLocks/>
          </p:cNvCxnSpPr>
          <p:nvPr/>
        </p:nvCxnSpPr>
        <p:spPr>
          <a:xfrm>
            <a:off x="2267451" y="654449"/>
            <a:ext cx="0" cy="975822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E99053-D334-1759-1C17-7911BCBA0EB3}"/>
              </a:ext>
            </a:extLst>
          </p:cNvPr>
          <p:cNvCxnSpPr>
            <a:cxnSpLocks/>
          </p:cNvCxnSpPr>
          <p:nvPr/>
        </p:nvCxnSpPr>
        <p:spPr>
          <a:xfrm>
            <a:off x="2267451" y="2907391"/>
            <a:ext cx="0" cy="975822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291C61B-9802-30C9-698D-06091F91A9D6}"/>
              </a:ext>
            </a:extLst>
          </p:cNvPr>
          <p:cNvSpPr txBox="1"/>
          <p:nvPr/>
        </p:nvSpPr>
        <p:spPr>
          <a:xfrm>
            <a:off x="2317954" y="3071751"/>
            <a:ext cx="111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Measure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69FDBC-258B-94E4-4F33-2177467D490E}"/>
              </a:ext>
            </a:extLst>
          </p:cNvPr>
          <p:cNvCxnSpPr>
            <a:cxnSpLocks/>
          </p:cNvCxnSpPr>
          <p:nvPr/>
        </p:nvCxnSpPr>
        <p:spPr>
          <a:xfrm flipV="1">
            <a:off x="5986011" y="2741332"/>
            <a:ext cx="0" cy="1050027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F429B21-79B5-4181-4956-B3880EA1111D}"/>
              </a:ext>
            </a:extLst>
          </p:cNvPr>
          <p:cNvSpPr txBox="1"/>
          <p:nvPr/>
        </p:nvSpPr>
        <p:spPr>
          <a:xfrm>
            <a:off x="6095998" y="30816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Predict</a:t>
            </a:r>
          </a:p>
        </p:txBody>
      </p:sp>
    </p:spTree>
    <p:extLst>
      <p:ext uri="{BB962C8B-B14F-4D97-AF65-F5344CB8AC3E}">
        <p14:creationId xmlns:p14="http://schemas.microsoft.com/office/powerpoint/2010/main" val="1930378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14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Nelson</dc:creator>
  <cp:lastModifiedBy>James Nelson</cp:lastModifiedBy>
  <cp:revision>2</cp:revision>
  <dcterms:created xsi:type="dcterms:W3CDTF">2025-12-02T13:32:36Z</dcterms:created>
  <dcterms:modified xsi:type="dcterms:W3CDTF">2025-12-02T14:34:31Z</dcterms:modified>
</cp:coreProperties>
</file>